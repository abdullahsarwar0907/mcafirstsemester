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CC0099"/>
    <a:srgbClr val="FE9202"/>
    <a:srgbClr val="007033"/>
    <a:srgbClr val="6C1A00"/>
    <a:srgbClr val="00AACC"/>
    <a:srgbClr val="5EEC3C"/>
    <a:srgbClr val="1D3A00"/>
    <a:srgbClr val="003296"/>
    <a:srgbClr val="E39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804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1907" y="0"/>
            <a:ext cx="8762858" cy="4941094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3211693"/>
            <a:ext cx="8496943" cy="1521634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1" y="0"/>
            <a:ext cx="6539684" cy="342658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21350" y="219988"/>
            <a:ext cx="8525337" cy="431385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668401" y="496992"/>
            <a:ext cx="7316390" cy="2074896"/>
          </a:xfrm>
        </p:spPr>
        <p:txBody>
          <a:bodyPr anchor="b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737297" y="2628907"/>
            <a:ext cx="7316390" cy="412750"/>
          </a:xfrm>
        </p:spPr>
        <p:txBody>
          <a:bodyPr anchor="t">
            <a:noAutofit/>
          </a:bodyPr>
          <a:lstStyle>
            <a:lvl1pPr marL="0" indent="0" algn="r">
              <a:buNone/>
              <a:defRPr sz="2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711406" y="3433847"/>
            <a:ext cx="4607740" cy="872334"/>
          </a:xfrm>
        </p:spPr>
        <p:txBody>
          <a:bodyPr/>
          <a:lstStyle>
            <a:lvl1pPr algn="ctr">
              <a:defRPr sz="405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4170" y="3662268"/>
            <a:ext cx="3035429" cy="896654"/>
          </a:xfrm>
        </p:spPr>
        <p:txBody>
          <a:bodyPr vert="horz" lIns="91440" tIns="45720" rIns="91440" bIns="45720" rtlCol="0" anchor="ctr"/>
          <a:lstStyle>
            <a:lvl1pPr algn="r">
              <a:defRPr lang="en-US" sz="405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388818" y="2874486"/>
            <a:ext cx="680390" cy="373853"/>
          </a:xfrm>
        </p:spPr>
        <p:txBody>
          <a:bodyPr/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3166039" y="3833517"/>
            <a:ext cx="386540" cy="386540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0708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1547547"/>
            <a:ext cx="7796030" cy="2483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09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14351"/>
            <a:ext cx="7796030" cy="2395115"/>
          </a:xfrm>
        </p:spPr>
        <p:txBody>
          <a:bodyPr anchor="b">
            <a:normAutofit/>
          </a:bodyPr>
          <a:lstStyle>
            <a:lvl1pPr algn="l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806700"/>
            <a:ext cx="7796030" cy="1229711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61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86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1547547"/>
            <a:ext cx="3816536" cy="248339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1547547"/>
            <a:ext cx="3814904" cy="248339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6030" cy="8686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767" y="1547547"/>
            <a:ext cx="3642119" cy="50999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146300"/>
            <a:ext cx="3816534" cy="188463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644" y="1547547"/>
            <a:ext cx="3648368" cy="50999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146300"/>
            <a:ext cx="3816535" cy="188463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09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94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514350"/>
            <a:ext cx="3095145" cy="1517439"/>
          </a:xfrm>
        </p:spPr>
        <p:txBody>
          <a:bodyPr anchor="b">
            <a:normAutofit/>
          </a:bodyPr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514350"/>
            <a:ext cx="4525781" cy="3516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031789"/>
            <a:ext cx="3095146" cy="199915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6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14350"/>
            <a:ext cx="4758977" cy="1517439"/>
          </a:xfrm>
        </p:spPr>
        <p:txBody>
          <a:bodyPr anchor="b">
            <a:normAutofit/>
          </a:bodyPr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11771" y="0"/>
            <a:ext cx="2698610" cy="3803650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031789"/>
            <a:ext cx="4758976" cy="1771861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49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3079749"/>
            <a:ext cx="7796031" cy="4416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514350"/>
            <a:ext cx="7794385" cy="2396177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3527192"/>
            <a:ext cx="7796046" cy="511854"/>
          </a:xfrm>
        </p:spPr>
        <p:txBody>
          <a:bodyPr anchor="t"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3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14351"/>
            <a:ext cx="7797677" cy="2396177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3079750"/>
            <a:ext cx="7796047" cy="95520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78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514350"/>
            <a:ext cx="7143765" cy="2187528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2707524"/>
            <a:ext cx="6500967" cy="283326"/>
          </a:xfrm>
        </p:spPr>
        <p:txBody>
          <a:bodyPr anchor="t">
            <a:normAutofit/>
          </a:bodyPr>
          <a:lstStyle>
            <a:lvl1pPr marL="0" indent="0" algn="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079751"/>
            <a:ext cx="7797662" cy="95118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14351" y="6694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812" y="219212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6492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292891"/>
            <a:ext cx="7796030" cy="188387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185601"/>
            <a:ext cx="7796030" cy="85548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74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6030" cy="86397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88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397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1547547"/>
            <a:ext cx="2482596" cy="1152544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3291966"/>
            <a:ext cx="2482596" cy="73897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1547547"/>
            <a:ext cx="2482596" cy="1151428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9" y="3291965"/>
            <a:ext cx="2482596" cy="73897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1547546"/>
            <a:ext cx="2482596" cy="115289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3291963"/>
            <a:ext cx="2482596" cy="738977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44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1547547"/>
            <a:ext cx="7796030" cy="24833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02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514350"/>
            <a:ext cx="1698485" cy="35165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514350"/>
            <a:ext cx="5928323" cy="3516589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6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0"/>
            <a:ext cx="9004013" cy="498306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3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547547"/>
            <a:ext cx="7797662" cy="24833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A188A-5C83-A405-72AF-6B4457400B6D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370708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00344">
            <a:off x="1861522" y="772968"/>
            <a:ext cx="6477805" cy="1921212"/>
          </a:xfrm>
        </p:spPr>
        <p:txBody>
          <a:bodyPr/>
          <a:lstStyle/>
          <a:p>
            <a:r>
              <a:rPr lang="en-US" dirty="0"/>
              <a:t>MERRY CHRISTMAS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386997">
            <a:off x="4572000" y="2724455"/>
            <a:ext cx="3817625" cy="763525"/>
          </a:xfrm>
        </p:spPr>
        <p:txBody>
          <a:bodyPr>
            <a:normAutofit/>
          </a:bodyPr>
          <a:lstStyle/>
          <a:p>
            <a:r>
              <a:rPr lang="en-US" sz="2400" dirty="0"/>
              <a:t>AND HAPPY NEW YEAR</a:t>
            </a:r>
          </a:p>
        </p:txBody>
      </p:sp>
      <p:sp>
        <p:nvSpPr>
          <p:cNvPr id="6" name="AutoShape 2" descr="Christmas Tree, Christmas Tree, Tree, Christmas PNG Image Image And ...">
            <a:extLst>
              <a:ext uri="{FF2B5EF4-FFF2-40B4-BE49-F238E27FC236}">
                <a16:creationId xmlns:a16="http://schemas.microsoft.com/office/drawing/2014/main" id="{1B087018-B0A8-80B2-1803-0F2369EFE6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772675" y="1197405"/>
            <a:ext cx="1832460" cy="183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0</TotalTime>
  <Words>6</Words>
  <Application>Microsoft Office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Impact</vt:lpstr>
      <vt:lpstr>Main Event</vt:lpstr>
      <vt:lpstr>MERRY CHRISTMAS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2026-08-19T06:52:24Z</dcterms:modified>
</cp:coreProperties>
</file>