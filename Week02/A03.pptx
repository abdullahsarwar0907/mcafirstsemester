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5ECCE-50EB-1345-953B-17506F76EE3E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E028A-BB73-4E48-AE06-5199F2C7C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9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E028A-BB73-4E48-AE06-5199F2C7CC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33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7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81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96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07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74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1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48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20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152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2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8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572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009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35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362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39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09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01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81514-5DB4-2B48-2713-273564BC7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5169" y="667834"/>
            <a:ext cx="8361229" cy="2098226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IT </a:t>
            </a:r>
            <a:r>
              <a:rPr lang="en-IN" b="1">
                <a:solidFill>
                  <a:srgbClr val="FF0000"/>
                </a:solidFill>
              </a:rPr>
              <a:t>FEST 2K26</a:t>
            </a:r>
            <a:br>
              <a:rPr lang="en-IN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A215F-1D98-9CB5-CFB4-13DD87705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2971" y="2299877"/>
            <a:ext cx="7903427" cy="3028721"/>
          </a:xfrm>
        </p:spPr>
        <p:txBody>
          <a:bodyPr>
            <a:noAutofit/>
          </a:bodyPr>
          <a:lstStyle/>
          <a:p>
            <a:r>
              <a:rPr lang="en-IN" sz="2000" b="1" dirty="0"/>
              <a:t>All the students of Department of Computer Science are hereby informed that our department is going to conduct an educational and inspirational IT FEST 2K26.</a:t>
            </a:r>
          </a:p>
          <a:p>
            <a:endParaRPr lang="en-IN" sz="2000" b="1" dirty="0"/>
          </a:p>
          <a:p>
            <a:r>
              <a:rPr lang="en-IN" sz="2000" b="1" dirty="0"/>
              <a:t>All the students must collect their passes from Dean’s office.</a:t>
            </a:r>
          </a:p>
          <a:p>
            <a:endParaRPr lang="en-IN" sz="2000" b="1" dirty="0"/>
          </a:p>
          <a:p>
            <a:r>
              <a:rPr lang="en-IN" sz="2000" b="1" dirty="0"/>
              <a:t>Venue: MP HALL, DEPARTMENT OF COMPUTER SCIENCE</a:t>
            </a:r>
          </a:p>
          <a:p>
            <a:r>
              <a:rPr lang="en-IN" sz="2000" b="1" dirty="0"/>
              <a:t>Date: August 27, 2026</a:t>
            </a:r>
          </a:p>
          <a:p>
            <a:r>
              <a:rPr lang="en-IN" sz="2000" b="1" dirty="0"/>
              <a:t>Time : 09:00 AM </a:t>
            </a:r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435333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61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Corbel</vt:lpstr>
      <vt:lpstr>Parallax</vt:lpstr>
      <vt:lpstr>IT FEST 2K26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FEST 2K22 </dc:title>
  <dc:creator>919359129341</dc:creator>
  <cp:lastModifiedBy>CSD</cp:lastModifiedBy>
  <cp:revision>4</cp:revision>
  <dcterms:created xsi:type="dcterms:W3CDTF">2022-11-20T03:25:04Z</dcterms:created>
  <dcterms:modified xsi:type="dcterms:W3CDTF">2026-08-18T07:42:56Z</dcterms:modified>
</cp:coreProperties>
</file>