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29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3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3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56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22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43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20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7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08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32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53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7401F-1171-4895-ADFA-CB2B7793BFE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A3A58-6207-422D-B65B-A3D2A4A56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30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Why AMU is a 'minority' institution">
            <a:extLst>
              <a:ext uri="{FF2B5EF4-FFF2-40B4-BE49-F238E27FC236}">
                <a16:creationId xmlns:a16="http://schemas.microsoft.com/office/drawing/2014/main" id="{6A68E49D-0563-8A50-D719-11CEA25E6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MU - Aligarh Muslim University Logo PNG Vector (PDF) Free Download">
            <a:extLst>
              <a:ext uri="{FF2B5EF4-FFF2-40B4-BE49-F238E27FC236}">
                <a16:creationId xmlns:a16="http://schemas.microsoft.com/office/drawing/2014/main" id="{E6B82D4F-990A-3FE1-B4B5-5D456C98E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" y="529110"/>
            <a:ext cx="1043574" cy="104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53BABD-2692-37EC-FC1C-56F9F2AF4825}"/>
              </a:ext>
            </a:extLst>
          </p:cNvPr>
          <p:cNvSpPr txBox="1"/>
          <p:nvPr/>
        </p:nvSpPr>
        <p:spPr>
          <a:xfrm>
            <a:off x="0" y="9159164"/>
            <a:ext cx="685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  <a:latin typeface="Berlin Sans FB Demi" panose="020E0802020502020306" pitchFamily="34" charset="0"/>
              </a:rPr>
              <a:t>ANNUAL MAGAZINE </a:t>
            </a:r>
          </a:p>
          <a:p>
            <a:pPr algn="ctr"/>
            <a:r>
              <a:rPr lang="en-US" sz="4800" dirty="0">
                <a:solidFill>
                  <a:srgbClr val="FFFF00"/>
                </a:solidFill>
                <a:latin typeface="Berlin Sans FB Demi" panose="020E0802020502020306" pitchFamily="34" charset="0"/>
              </a:rPr>
              <a:t>2026-27</a:t>
            </a:r>
            <a:endParaRPr lang="en-IN" sz="4800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CE22FD-C640-EA86-6E8A-56D93E0950BF}"/>
              </a:ext>
            </a:extLst>
          </p:cNvPr>
          <p:cNvSpPr/>
          <p:nvPr/>
        </p:nvSpPr>
        <p:spPr>
          <a:xfrm>
            <a:off x="1791371" y="818324"/>
            <a:ext cx="46487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Aligarh Muslim University</a:t>
            </a:r>
            <a:endParaRPr lang="en-IN" sz="2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078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Berlin Sans FB Demi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CSD</cp:lastModifiedBy>
  <cp:revision>6</cp:revision>
  <dcterms:created xsi:type="dcterms:W3CDTF">2024-08-17T06:10:41Z</dcterms:created>
  <dcterms:modified xsi:type="dcterms:W3CDTF">2026-08-18T07:29:18Z</dcterms:modified>
</cp:coreProperties>
</file>